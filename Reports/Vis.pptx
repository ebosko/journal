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93" r:id="rId2"/>
    <p:sldId id="3094" r:id="rId3"/>
    <p:sldId id="3095" r:id="rId4"/>
    <p:sldId id="3096" r:id="rId5"/>
    <p:sldId id="3097" r:id="rId6"/>
    <p:sldId id="3098" r:id="rId7"/>
    <p:sldId id="3099" r:id="rId8"/>
    <p:sldId id="3100" r:id="rId9"/>
    <p:sldId id="310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BA0E3-82D7-4531-A86F-7FB692DBC30B}" v="14" dt="2025-12-19T23:20:59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4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Bosko" userId="3c2d16a148962151" providerId="LiveId" clId="{F6A10AF3-0CDB-483E-AD7A-B6125D5057B1}"/>
    <pc:docChg chg="custSel addSld modSld">
      <pc:chgData name="Edward Bosko" userId="3c2d16a148962151" providerId="LiveId" clId="{F6A10AF3-0CDB-483E-AD7A-B6125D5057B1}" dt="2025-12-19T23:21:17.488" v="33" actId="1076"/>
      <pc:docMkLst>
        <pc:docMk/>
      </pc:docMkLst>
      <pc:sldChg chg="modSp mod">
        <pc:chgData name="Edward Bosko" userId="3c2d16a148962151" providerId="LiveId" clId="{F6A10AF3-0CDB-483E-AD7A-B6125D5057B1}" dt="2025-12-19T23:21:17.488" v="33" actId="1076"/>
        <pc:sldMkLst>
          <pc:docMk/>
          <pc:sldMk cId="2228755138" sldId="3093"/>
        </pc:sldMkLst>
        <pc:spChg chg="mod">
          <ac:chgData name="Edward Bosko" userId="3c2d16a148962151" providerId="LiveId" clId="{F6A10AF3-0CDB-483E-AD7A-B6125D5057B1}" dt="2025-12-19T23:21:17.488" v="33" actId="1076"/>
          <ac:spMkLst>
            <pc:docMk/>
            <pc:sldMk cId="2228755138" sldId="3093"/>
            <ac:spMk id="4" creationId="{961F0DCD-0D19-8487-0BC2-A9E14840A041}"/>
          </ac:spMkLst>
        </pc:spChg>
      </pc:sldChg>
      <pc:sldChg chg="addSp modSp new mod">
        <pc:chgData name="Edward Bosko" userId="3c2d16a148962151" providerId="LiveId" clId="{F6A10AF3-0CDB-483E-AD7A-B6125D5057B1}" dt="2025-12-19T23:19:35.363" v="3" actId="962"/>
        <pc:sldMkLst>
          <pc:docMk/>
          <pc:sldMk cId="3235281794" sldId="3094"/>
        </pc:sldMkLst>
        <pc:picChg chg="add mod">
          <ac:chgData name="Edward Bosko" userId="3c2d16a148962151" providerId="LiveId" clId="{F6A10AF3-0CDB-483E-AD7A-B6125D5057B1}" dt="2025-12-19T23:19:35.363" v="3" actId="962"/>
          <ac:picMkLst>
            <pc:docMk/>
            <pc:sldMk cId="3235281794" sldId="3094"/>
            <ac:picMk id="3" creationId="{02DEACFD-E57D-C874-D6B2-44D0910CDA03}"/>
          </ac:picMkLst>
        </pc:picChg>
      </pc:sldChg>
      <pc:sldChg chg="addSp modSp new mod">
        <pc:chgData name="Edward Bosko" userId="3c2d16a148962151" providerId="LiveId" clId="{F6A10AF3-0CDB-483E-AD7A-B6125D5057B1}" dt="2025-12-19T23:19:59.766" v="13" actId="962"/>
        <pc:sldMkLst>
          <pc:docMk/>
          <pc:sldMk cId="3928093083" sldId="3095"/>
        </pc:sldMkLst>
        <pc:picChg chg="add mod">
          <ac:chgData name="Edward Bosko" userId="3c2d16a148962151" providerId="LiveId" clId="{F6A10AF3-0CDB-483E-AD7A-B6125D5057B1}" dt="2025-12-19T23:19:59.766" v="13" actId="962"/>
          <ac:picMkLst>
            <pc:docMk/>
            <pc:sldMk cId="3928093083" sldId="3095"/>
            <ac:picMk id="3" creationId="{8FA1A027-A371-B5C2-D99A-5F658C91911C}"/>
          </ac:picMkLst>
        </pc:picChg>
      </pc:sldChg>
      <pc:sldChg chg="addSp modSp add mod">
        <pc:chgData name="Edward Bosko" userId="3c2d16a148962151" providerId="LiveId" clId="{F6A10AF3-0CDB-483E-AD7A-B6125D5057B1}" dt="2025-12-19T23:20:10.048" v="16" actId="962"/>
        <pc:sldMkLst>
          <pc:docMk/>
          <pc:sldMk cId="2215424585" sldId="3096"/>
        </pc:sldMkLst>
        <pc:picChg chg="add mod">
          <ac:chgData name="Edward Bosko" userId="3c2d16a148962151" providerId="LiveId" clId="{F6A10AF3-0CDB-483E-AD7A-B6125D5057B1}" dt="2025-12-19T23:20:10.048" v="16" actId="962"/>
          <ac:picMkLst>
            <pc:docMk/>
            <pc:sldMk cId="2215424585" sldId="3096"/>
            <ac:picMk id="3" creationId="{1CBA270A-5A98-3407-E60C-DABC513E4215}"/>
          </ac:picMkLst>
        </pc:picChg>
      </pc:sldChg>
      <pc:sldChg chg="addSp modSp add mod">
        <pc:chgData name="Edward Bosko" userId="3c2d16a148962151" providerId="LiveId" clId="{F6A10AF3-0CDB-483E-AD7A-B6125D5057B1}" dt="2025-12-19T23:20:19.839" v="18" actId="27614"/>
        <pc:sldMkLst>
          <pc:docMk/>
          <pc:sldMk cId="1581857307" sldId="3097"/>
        </pc:sldMkLst>
        <pc:picChg chg="add mod">
          <ac:chgData name="Edward Bosko" userId="3c2d16a148962151" providerId="LiveId" clId="{F6A10AF3-0CDB-483E-AD7A-B6125D5057B1}" dt="2025-12-19T23:20:19.839" v="18" actId="27614"/>
          <ac:picMkLst>
            <pc:docMk/>
            <pc:sldMk cId="1581857307" sldId="3097"/>
            <ac:picMk id="3" creationId="{8A42F460-C97E-07A4-55DA-CDF824456199}"/>
          </ac:picMkLst>
        </pc:picChg>
      </pc:sldChg>
      <pc:sldChg chg="addSp modSp add mod">
        <pc:chgData name="Edward Bosko" userId="3c2d16a148962151" providerId="LiveId" clId="{F6A10AF3-0CDB-483E-AD7A-B6125D5057B1}" dt="2025-12-19T23:20:28.473" v="21" actId="962"/>
        <pc:sldMkLst>
          <pc:docMk/>
          <pc:sldMk cId="1816476580" sldId="3098"/>
        </pc:sldMkLst>
        <pc:picChg chg="add mod">
          <ac:chgData name="Edward Bosko" userId="3c2d16a148962151" providerId="LiveId" clId="{F6A10AF3-0CDB-483E-AD7A-B6125D5057B1}" dt="2025-12-19T23:20:28.473" v="21" actId="962"/>
          <ac:picMkLst>
            <pc:docMk/>
            <pc:sldMk cId="1816476580" sldId="3098"/>
            <ac:picMk id="3" creationId="{C5604C00-BCCC-5D48-8422-722554E53995}"/>
          </ac:picMkLst>
        </pc:picChg>
      </pc:sldChg>
      <pc:sldChg chg="addSp modSp add mod">
        <pc:chgData name="Edward Bosko" userId="3c2d16a148962151" providerId="LiveId" clId="{F6A10AF3-0CDB-483E-AD7A-B6125D5057B1}" dt="2025-12-19T23:20:37.976" v="24" actId="962"/>
        <pc:sldMkLst>
          <pc:docMk/>
          <pc:sldMk cId="1755046077" sldId="3099"/>
        </pc:sldMkLst>
        <pc:picChg chg="add mod">
          <ac:chgData name="Edward Bosko" userId="3c2d16a148962151" providerId="LiveId" clId="{F6A10AF3-0CDB-483E-AD7A-B6125D5057B1}" dt="2025-12-19T23:20:37.976" v="24" actId="962"/>
          <ac:picMkLst>
            <pc:docMk/>
            <pc:sldMk cId="1755046077" sldId="3099"/>
            <ac:picMk id="3" creationId="{E968F055-AC93-41D6-498B-D04A47D6E820}"/>
          </ac:picMkLst>
        </pc:picChg>
      </pc:sldChg>
      <pc:sldChg chg="addSp modSp add mod">
        <pc:chgData name="Edward Bosko" userId="3c2d16a148962151" providerId="LiveId" clId="{F6A10AF3-0CDB-483E-AD7A-B6125D5057B1}" dt="2025-12-19T23:20:52.007" v="26" actId="27614"/>
        <pc:sldMkLst>
          <pc:docMk/>
          <pc:sldMk cId="900533874" sldId="3100"/>
        </pc:sldMkLst>
        <pc:picChg chg="add mod">
          <ac:chgData name="Edward Bosko" userId="3c2d16a148962151" providerId="LiveId" clId="{F6A10AF3-0CDB-483E-AD7A-B6125D5057B1}" dt="2025-12-19T23:20:52.007" v="26" actId="27614"/>
          <ac:picMkLst>
            <pc:docMk/>
            <pc:sldMk cId="900533874" sldId="3100"/>
            <ac:picMk id="3" creationId="{17866561-B9B6-5F9C-162D-732BDA921585}"/>
          </ac:picMkLst>
        </pc:picChg>
      </pc:sldChg>
      <pc:sldChg chg="addSp modSp add mod">
        <pc:chgData name="Edward Bosko" userId="3c2d16a148962151" providerId="LiveId" clId="{F6A10AF3-0CDB-483E-AD7A-B6125D5057B1}" dt="2025-12-19T23:21:00.349" v="29" actId="962"/>
        <pc:sldMkLst>
          <pc:docMk/>
          <pc:sldMk cId="2947437965" sldId="3101"/>
        </pc:sldMkLst>
        <pc:picChg chg="add mod">
          <ac:chgData name="Edward Bosko" userId="3c2d16a148962151" providerId="LiveId" clId="{F6A10AF3-0CDB-483E-AD7A-B6125D5057B1}" dt="2025-12-19T23:21:00.349" v="29" actId="962"/>
          <ac:picMkLst>
            <pc:docMk/>
            <pc:sldMk cId="2947437965" sldId="3101"/>
            <ac:picMk id="3" creationId="{EC88FA8B-1E48-6282-A039-EC85D535F3F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644AE-03B6-44F0-9DAE-08C1DD3343FD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D76FB-6B8C-4AAC-A97E-AEE7D3D33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14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C89A-C83B-724F-2416-CA7793D5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2BE63-2518-2742-3309-3E1ECD0F9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9E214-5C51-C10A-256B-D6452466D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A86F1-76E3-43FA-452A-08472EFC0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9BCD2F-FE33-4153-918E-DAC4A6E32C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94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8E14-17A6-105D-0133-C829B0998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C1840-22A5-3EAA-7EBC-9BC352951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288E1-7A75-7877-03C2-90498A9A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CADD1-D42D-C77F-54C9-36A9F87F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62A69-54ED-9FDC-8362-954A4E5E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76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F877-C655-1BC6-B109-56B18648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4235E-CD17-9CA2-3048-9777E9F20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7261-DF1A-A51F-6D64-32FC002D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C62FB-B844-9FF1-DDB3-8354AE7D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DF6D8-A22C-BE4A-8BEF-48F73157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5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63CBD-EBF8-029C-20E4-04A569B1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30037-5469-5780-BA95-F415CB32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2D601-6083-C151-EB9C-B4F4458D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79479-0CAA-6444-1023-C77F6955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2EE86-E214-DC65-F881-4D6283C4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5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794D-7534-28ED-2CB0-40530FF3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0510-7701-F301-09F9-19DB1BD70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93911-9B5D-1737-39D1-14B8B7A11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8605C-CAC2-7AC2-9D62-C9C3B98B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EDEC7-4786-A0EE-A817-E80DD573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B9443-BC14-C076-0CF1-8103CE56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8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BF91-41F2-C12C-B18E-305DE234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4B00F-67ED-9EC5-031D-3CB5BC4A6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539B2-9E8D-2663-5AF7-667025B60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B29238-4000-CD22-0CBE-E1BBD23AD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807BA7-0BFF-05BB-A34B-6A736A73F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E58193-CE19-ED69-220E-B66DE040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6272D-58E5-4327-7E1E-012F524AB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1F79A3-1449-94E8-7FC0-8EF55EB7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2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95FB-5433-8A44-21D9-DDE3A1DE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91172-5F80-3D34-78C2-64F011BB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F1C87-6ED8-172E-185D-5BA678AE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36756-2868-80DA-C321-1EF33AC8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D4A79-33E8-0BD5-3C5A-F66C9313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C21DD-C3FC-1F55-B6B1-CC0DB773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027D0-DEEE-2105-4224-715C3FDE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2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7985-AB19-58C6-B6E1-ACC56160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D0E6-9FF0-1891-0CD8-B63A0C5AD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23CB9-7EE8-8D5A-F189-27AC08AC3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C74A4-F854-7517-F731-F76025EC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258FF-80A5-5910-8F74-1B73CA90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6C4EB-5630-E8F5-3B3A-C0D9D412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8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575C-B667-A6C0-96A5-6045871A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8B62C9-EC31-5C8D-23CF-FEC4396E5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EB7B0-C758-4A88-4985-76E6FB354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94484-FDF6-3549-A745-5DB0A240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2A001-F464-EA66-1CB4-58AFE172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F5EA7-835D-61BB-77AC-41A0D9D2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8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C8F0-A56A-1F56-2503-3438CBC7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0A5BD-DCE5-5A11-35B5-88B68CE74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79742-CA62-983C-D7CB-14C6012A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A6847-3F5C-2085-5E72-62DC3E24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46F65-1685-0BEB-4959-EC540522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34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6699E-5AA5-57BA-1BB0-2B2A52110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9BCE2-4C8E-B959-9FA7-AC842EE7B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0163B-A9CC-91BD-F3D9-5F958341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004A4-ABDC-D3C4-6E5E-17061488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6C039-5F12-7EAB-0D31-902F2B89C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5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5D3AA-7173-3247-4031-BC250F6A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BB30F-F1EA-9131-A0C0-EC8D42D25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D8D98-7750-D314-0771-12F21D1B4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30CE9-5818-40AA-9446-478FB8EDF1A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C6CB1-DBEA-4BCC-4A14-EC2B193A6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749C7-DA70-BC5F-EAF5-818F6B1EB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058C3-B16E-4137-8264-CD6852A7E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9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2581-9421-640C-1076-E7F2BB88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929BAC-743C-8C8A-0D3A-730D59FD6BF1}"/>
              </a:ext>
            </a:extLst>
          </p:cNvPr>
          <p:cNvSpPr txBox="1"/>
          <p:nvPr/>
        </p:nvSpPr>
        <p:spPr>
          <a:xfrm>
            <a:off x="1471961" y="4211504"/>
            <a:ext cx="1011571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2800" dirty="0"/>
              <a:t>Edward Bosko</a:t>
            </a:r>
            <a:endParaRPr lang="en-US" dirty="0"/>
          </a:p>
          <a:p>
            <a:pPr algn="r"/>
            <a:r>
              <a:rPr lang="en-US" sz="2800" dirty="0"/>
              <a:t>December 19,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F0DCD-0D19-8487-0BC2-A9E14840A041}"/>
              </a:ext>
            </a:extLst>
          </p:cNvPr>
          <p:cNvSpPr txBox="1"/>
          <p:nvPr/>
        </p:nvSpPr>
        <p:spPr>
          <a:xfrm>
            <a:off x="819400" y="2181020"/>
            <a:ext cx="10768280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Stacked Bar Charts of Counts by Lobe with Updated Colors</a:t>
            </a:r>
          </a:p>
        </p:txBody>
      </p:sp>
    </p:spTree>
    <p:extLst>
      <p:ext uri="{BB962C8B-B14F-4D97-AF65-F5344CB8AC3E}">
        <p14:creationId xmlns:p14="http://schemas.microsoft.com/office/powerpoint/2010/main" val="222875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number of different shades of pink&#10;&#10;AI-generated content may be incorrect.">
            <a:extLst>
              <a:ext uri="{FF2B5EF4-FFF2-40B4-BE49-F238E27FC236}">
                <a16:creationId xmlns:a16="http://schemas.microsoft.com/office/drawing/2014/main" id="{02DEACFD-E57D-C874-D6B2-44D0910CD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510540"/>
            <a:ext cx="8420100" cy="583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8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distribution of bronchiectasis&#10;&#10;AI-generated content may be incorrect.">
            <a:extLst>
              <a:ext uri="{FF2B5EF4-FFF2-40B4-BE49-F238E27FC236}">
                <a16:creationId xmlns:a16="http://schemas.microsoft.com/office/drawing/2014/main" id="{8FA1A027-A371-B5C2-D99A-5F658C919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850" y="466725"/>
            <a:ext cx="84963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9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7575F-E175-9849-9D7F-7FE9A883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1CBA270A-5A98-3407-E60C-DABC513E4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5" y="485775"/>
            <a:ext cx="843915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2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9372-D1DA-CCAE-494F-FD10BFEA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distribution of ggo ratings&#10;&#10;AI-generated content may be incorrect.">
            <a:extLst>
              <a:ext uri="{FF2B5EF4-FFF2-40B4-BE49-F238E27FC236}">
                <a16:creationId xmlns:a16="http://schemas.microsoft.com/office/drawing/2014/main" id="{8A42F460-C97E-07A4-55DA-CDF824456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85775"/>
            <a:ext cx="83820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5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DDEA9-AADD-2EF8-6912-48F2FC93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number of ln ratings&#10;&#10;AI-generated content may be incorrect.">
            <a:extLst>
              <a:ext uri="{FF2B5EF4-FFF2-40B4-BE49-F238E27FC236}">
                <a16:creationId xmlns:a16="http://schemas.microsoft.com/office/drawing/2014/main" id="{C5604C00-BCCC-5D48-8422-722554E53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715" y="485775"/>
            <a:ext cx="837057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7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A870C-D000-0392-1CF3-3D33E683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size of a wall cavity&#10;&#10;AI-generated content may be incorrect.">
            <a:extLst>
              <a:ext uri="{FF2B5EF4-FFF2-40B4-BE49-F238E27FC236}">
                <a16:creationId xmlns:a16="http://schemas.microsoft.com/office/drawing/2014/main" id="{E968F055-AC93-41D6-498B-D04A47D6E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190" y="466725"/>
            <a:ext cx="838962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4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AA75-8C3C-7192-72A8-8F14D230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difference between thin wall cavity and a wall cavity&#10;&#10;AI-generated content may be incorrect.">
            <a:extLst>
              <a:ext uri="{FF2B5EF4-FFF2-40B4-BE49-F238E27FC236}">
                <a16:creationId xmlns:a16="http://schemas.microsoft.com/office/drawing/2014/main" id="{17866561-B9B6-5F9C-162D-732BDA921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565" y="491490"/>
            <a:ext cx="8484870" cy="58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33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0256-0B41-5825-5B6C-CC15B7E8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EC88FA8B-1E48-6282-A039-EC85D535F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472440"/>
            <a:ext cx="8477250" cy="591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37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Widescreen</PresentationFormat>
  <Paragraphs>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Bosko</dc:creator>
  <cp:lastModifiedBy>Edward Bosko</cp:lastModifiedBy>
  <cp:revision>1</cp:revision>
  <dcterms:created xsi:type="dcterms:W3CDTF">2025-12-19T23:17:26Z</dcterms:created>
  <dcterms:modified xsi:type="dcterms:W3CDTF">2025-12-19T23:21:20Z</dcterms:modified>
</cp:coreProperties>
</file>